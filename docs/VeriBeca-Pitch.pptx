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14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VeriBeca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49E8F"/>
                </a:solidFill>
                <a:latin typeface="Calibri"/>
              </a:rPr>
              <a:t>Asignación transparente de becas · DSL tipado + IA + 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9D6DE"/>
                </a:solidFill>
                <a:latin typeface="Calibri"/>
              </a:rPr>
              <a:t>Teoría de Computación 2 · Universidad Champagnat · Equipo de 3 integrantes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La asignación de becas y ayudas sociales se percibe como opaca.</a:t>
            </a:r>
          </a:p>
          <a:p>
            <a:pPr lvl="1" algn="l">
              <a:spcAft>
                <a:spcPts val="10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–  </a:t>
            </a:r>
            <a:r>
              <a:rPr sz="1600" b="0">
                <a:solidFill>
                  <a:srgbClr val="6B6B6B"/>
                </a:solidFill>
                <a:latin typeface="Calibri"/>
              </a:rPr>
              <a:t>Criterios ambiguos y aplicados de forma inconsistente.</a:t>
            </a:r>
          </a:p>
          <a:p>
            <a:pPr lvl="1" algn="l">
              <a:spcAft>
                <a:spcPts val="10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–  </a:t>
            </a:r>
            <a:r>
              <a:rPr sz="1600" b="0">
                <a:solidFill>
                  <a:srgbClr val="6B6B6B"/>
                </a:solidFill>
                <a:latin typeface="Calibri"/>
              </a:rPr>
              <a:t>Evaluación manual, lenta y propensa a error.</a:t>
            </a:r>
          </a:p>
          <a:p>
            <a:pPr lvl="1" algn="l">
              <a:spcAft>
                <a:spcPts val="10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–  </a:t>
            </a:r>
            <a:r>
              <a:rPr sz="1600" b="0">
                <a:solidFill>
                  <a:srgbClr val="6B6B6B"/>
                </a:solidFill>
                <a:latin typeface="Calibri"/>
              </a:rPr>
              <a:t>Quien queda afuera no puede auditar por qué.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Resultado: desconfianza y sospechas de favoritismo.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Por qué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Afecta presupuestos significativos y a poblaciones vulnerables.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La falta de trazabilidad genera conflictos y reclamos sin respuesta.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Demanda creciente de transparencia y rendición de cuentas.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La institución escribe sus reglas en un lenguaje simple y verificable.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El sistema valida que la regla esté bien formada (sin errores de tipos).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Aplica la regla a todos los postulantes por igual, automáticamente.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Una IA prioriza a los elegibles según vulnerabilidad.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Cada decisión queda sellada en blockchain: verificable por cualquiera.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Cómo funciona (demo)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Regla de ejemplo:</a:t>
            </a:r>
          </a:p>
          <a:p>
            <a:pPr lvl="1" algn="l">
              <a:spcAft>
                <a:spcPts val="10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–  </a:t>
            </a:r>
            <a:r>
              <a:rPr sz="1600" b="0">
                <a:solidFill>
                  <a:srgbClr val="6B6B6B"/>
                </a:solidFill>
                <a:latin typeface="Calibri"/>
              </a:rPr>
              <a:t>SI ingreso_familiar &lt; 300000 Y promedio &gt;= 7 ENTONCES elegible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Validar → cargar postulantes → evaluar → ver ranking + certificado.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Sobre 100 postulantes: 24 elegibles, priorizados en segundos.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Cada certificado tiene un hash verificable en el explorer de la blockchain.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Cómo cumple la consigna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583680"/>
              </a:tblGrid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Tema de la materia</a:t>
                      </a:r>
                    </a:p>
                  </a:txBody>
                  <a:tcPr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Cómo se aplica en VeriBeca</a:t>
                      </a:r>
                    </a:p>
                  </a:txBody>
                  <a:tcPr>
                    <a:solidFill>
                      <a:srgbClr val="0F3D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A3A3A"/>
                          </a:solidFill>
                        </a:rPr>
                        <a:t>Lenguajes de programación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3A3A"/>
                          </a:solidFill>
                        </a:rPr>
                        <a:t>DSL propio de reglas de elegibilidad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A3A3A"/>
                          </a:solidFill>
                        </a:rPr>
                        <a:t>Sistemas de tipos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3A3A"/>
                          </a:solidFill>
                        </a:rPr>
                        <a:t>Type-checker que valida las reglas antes de aplicarlas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A3A3A"/>
                          </a:solidFill>
                        </a:rPr>
                        <a:t>Diseño de compiladores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3A3A"/>
                          </a:solidFill>
                        </a:rPr>
                        <a:t>Pipeline lexer → parser → AST → intérprete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A3A3A"/>
                          </a:solidFill>
                        </a:rPr>
                        <a:t>Seguridad / Blockchain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3A3A"/>
                          </a:solidFill>
                        </a:rPr>
                        <a:t>Hash de cada decisión + smart contract en testnet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A3A3A"/>
                          </a:solidFill>
                        </a:rPr>
                        <a:t>Inteligencia Artificial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3A3A"/>
                          </a:solidFill>
                        </a:rPr>
                        <a:t>Scoring de vulnerabilidad con scikit-learn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Innovación y diferencial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No es 'blockchain de moda': el hash on-chain resuelve la auditabilidad.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Reglas tipadas que evitan errores antes de afectar a personas reales.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Difícil de copiar: combina compiladores + blockchain + IA en un flujo.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Impacto y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Reducción del tiempo de evaluación frente al proceso manual.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100% de las decisiones con certificado verificable.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Beneficiarios: postulantes (justicia) e instituciones (procesos defendibles).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Impacto ambiental: testnet PoS de bajo consumo (Ethereum Sepolia).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Viabilidad y sostenibilidad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09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Técnica: MVP funcionando end-to-end, 27 pruebas automáticas, tx real en testnet.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Económica: modelo SaaS por institución; costos bajos.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9E8F"/>
                </a:solidFill>
                <a:latin typeface="Calibri"/>
              </a:rPr>
              <a:t>●  </a:t>
            </a:r>
            <a:r>
              <a:rPr sz="1900" b="0">
                <a:solidFill>
                  <a:srgbClr val="3A3A3A"/>
                </a:solidFill>
                <a:latin typeface="Calibri"/>
              </a:rPr>
              <a:t>Aliados: bienestar universitario, municipios, fundaciones de transparencia.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9E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De "confíen en nosotros" a "verifíquenlo ustedes mismos".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7FBF8"/>
                </a:solidFill>
                <a:latin typeface="Calibri"/>
              </a:rPr>
              <a:t>VeriBeca · Becas justas, consistentes y auditables.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85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7FBF8"/>
                </a:solidFill>
                <a:latin typeface="Calibri"/>
              </a:rPr>
              <a:t>github.com/santivicente/veribeca  ·  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